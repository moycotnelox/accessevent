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85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1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654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97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4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24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38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77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26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91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89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28AC42E-10EB-433B-95B4-F2C9D3FC037D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DF1F170-33E7-40D5-BCBE-9B8BBA7BB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37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oyCotNeLox/access-event" TargetMode="External"/><Relationship Id="rId4" Type="http://schemas.openxmlformats.org/officeDocument/2006/relationships/hyperlink" Target="https://github.com/MoyCotNeLox/accesseven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4405C-319B-9B8B-B5F0-44877CA97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15" y="173736"/>
            <a:ext cx="7315200" cy="3255264"/>
          </a:xfrm>
        </p:spPr>
        <p:txBody>
          <a:bodyPr>
            <a:normAutofit/>
          </a:bodyPr>
          <a:lstStyle/>
          <a:p>
            <a:r>
              <a:rPr lang="en-US" sz="8000" dirty="0" err="1">
                <a:latin typeface="Arial Rounded MT Bold" panose="020F0704030504030204" pitchFamily="34" charset="0"/>
              </a:rPr>
              <a:t>AccessEvent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C2B57A-BAA8-D548-E2F2-B2C33988C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3728414"/>
            <a:ext cx="8043985" cy="2279194"/>
          </a:xfrm>
        </p:spPr>
        <p:txBody>
          <a:bodyPr>
            <a:noAutofit/>
          </a:bodyPr>
          <a:lstStyle/>
          <a:p>
            <a:r>
              <a:rPr lang="ru-RU" sz="3200" dirty="0"/>
              <a:t>И</a:t>
            </a:r>
            <a:r>
              <a:rPr lang="en-US" sz="3200" dirty="0" err="1"/>
              <a:t>нклюзивная</a:t>
            </a:r>
            <a:r>
              <a:rPr lang="en-US" sz="3200" dirty="0"/>
              <a:t> </a:t>
            </a:r>
            <a:r>
              <a:rPr lang="en-US" sz="3200" dirty="0" err="1"/>
              <a:t>платформа</a:t>
            </a:r>
            <a:r>
              <a:rPr lang="en-US" sz="3200" dirty="0"/>
              <a:t> </a:t>
            </a:r>
            <a:r>
              <a:rPr lang="en-US" sz="3200" dirty="0" err="1"/>
              <a:t>мероприятий</a:t>
            </a:r>
            <a:r>
              <a:rPr lang="en-US" sz="3200" dirty="0"/>
              <a:t>. </a:t>
            </a:r>
            <a:r>
              <a:rPr lang="ru-RU" sz="2800" dirty="0"/>
              <a:t>Рыжов Макар Михайлович</a:t>
            </a:r>
            <a:r>
              <a:rPr lang="en-US" sz="2800" dirty="0"/>
              <a:t>, </a:t>
            </a:r>
            <a:r>
              <a:rPr lang="ru-RU" sz="2800" dirty="0"/>
              <a:t>23-ИС</a:t>
            </a:r>
            <a:r>
              <a:rPr lang="en-US" sz="2800" dirty="0"/>
              <a:t>, </a:t>
            </a:r>
            <a:r>
              <a:rPr lang="ru-RU" sz="2800" dirty="0"/>
              <a:t>Руководитель</a:t>
            </a:r>
            <a:r>
              <a:rPr lang="en-US" sz="2800" dirty="0"/>
              <a:t>: </a:t>
            </a:r>
            <a:r>
              <a:rPr lang="ru-RU" sz="2800" dirty="0"/>
              <a:t>Фролова Кира Алексеевна</a:t>
            </a:r>
          </a:p>
        </p:txBody>
      </p:sp>
      <p:pic>
        <p:nvPicPr>
          <p:cNvPr id="4" name="Рисунок 3" descr="Frutiger Aero City">
            <a:extLst>
              <a:ext uri="{FF2B5EF4-FFF2-40B4-BE49-F238E27FC236}">
                <a16:creationId xmlns:a16="http://schemas.microsoft.com/office/drawing/2014/main" id="{EE1A23E5-87F6-3E33-3B34-7256DE6B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7" y="758952"/>
            <a:ext cx="2919984" cy="53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2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Нарушение слуха фотографии — Скачать бесплатные высококачественные  изображения | Magnific (ранее Freepik)">
            <a:extLst>
              <a:ext uri="{FF2B5EF4-FFF2-40B4-BE49-F238E27FC236}">
                <a16:creationId xmlns:a16="http://schemas.microsoft.com/office/drawing/2014/main" id="{0F7E4456-445C-9849-DE1E-00E2387994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669456" y="704087"/>
            <a:ext cx="7315200" cy="5404105"/>
          </a:xfrm>
          <a:prstGeom prst="rect">
            <a:avLst/>
          </a:prstGeom>
        </p:spPr>
      </p:pic>
      <p:pic>
        <p:nvPicPr>
          <p:cNvPr id="5" name="Рисунок 4" descr="Photography Poster Frutiger aero / aqua background with bubbles | Wall Art  | UKposters">
            <a:extLst>
              <a:ext uri="{FF2B5EF4-FFF2-40B4-BE49-F238E27FC236}">
                <a16:creationId xmlns:a16="http://schemas.microsoft.com/office/drawing/2014/main" id="{3B444B28-5DCA-2243-7544-2939587738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704086"/>
            <a:ext cx="3469644" cy="540410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E0F2B-CE86-5CD1-1457-A9938F17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4089"/>
            <a:ext cx="3474720" cy="5404104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</a:t>
            </a:r>
            <a:r>
              <a:rPr lang="en-US" dirty="0" err="1">
                <a:solidFill>
                  <a:schemeClr val="bg1"/>
                </a:solidFill>
              </a:rPr>
              <a:t>латформа</a:t>
            </a:r>
            <a:r>
              <a:rPr lang="en-US" dirty="0">
                <a:solidFill>
                  <a:schemeClr val="bg1"/>
                </a:solidFill>
              </a:rPr>
              <a:t> с </a:t>
            </a:r>
            <a:r>
              <a:rPr lang="en-US" dirty="0" err="1">
                <a:solidFill>
                  <a:schemeClr val="bg1"/>
                </a:solidFill>
              </a:rPr>
              <a:t>визуальными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уведомлениями</a:t>
            </a:r>
            <a:r>
              <a:rPr lang="en-US" dirty="0">
                <a:solidFill>
                  <a:schemeClr val="bg1"/>
                </a:solidFill>
              </a:rPr>
              <a:t> и </a:t>
            </a:r>
            <a:r>
              <a:rPr lang="en-US" dirty="0" err="1">
                <a:solidFill>
                  <a:schemeClr val="bg1"/>
                </a:solidFill>
              </a:rPr>
              <a:t>текстовым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чатом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65313-E60C-5DDA-7E0F-E288E595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Наша целевая аудитория это люди</a:t>
            </a:r>
            <a:r>
              <a:rPr lang="en-US" sz="2800" dirty="0">
                <a:solidFill>
                  <a:schemeClr val="tx1"/>
                </a:solidFill>
              </a:rPr>
              <a:t> с </a:t>
            </a:r>
            <a:r>
              <a:rPr lang="en-US" sz="2800" dirty="0" err="1">
                <a:solidFill>
                  <a:schemeClr val="tx1"/>
                </a:solidFill>
              </a:rPr>
              <a:t>нарушениями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слуха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ru-RU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Цель проекта - это предоставить им удобное и доступное решение которое в данный момент отсутствует на рынке</a:t>
            </a:r>
          </a:p>
        </p:txBody>
      </p:sp>
    </p:spTree>
    <p:extLst>
      <p:ext uri="{BB962C8B-B14F-4D97-AF65-F5344CB8AC3E}">
        <p14:creationId xmlns:p14="http://schemas.microsoft.com/office/powerpoint/2010/main" val="186534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я «It технологии» — бесплатное скачивание на Magnific (ранее  Freepik)">
            <a:extLst>
              <a:ext uri="{FF2B5EF4-FFF2-40B4-BE49-F238E27FC236}">
                <a16:creationId xmlns:a16="http://schemas.microsoft.com/office/drawing/2014/main" id="{FB1F3803-1C51-DF93-AE5A-857ECEFA05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869268" y="738378"/>
            <a:ext cx="7716180" cy="5342382"/>
          </a:xfrm>
          <a:prstGeom prst="rect">
            <a:avLst/>
          </a:prstGeom>
        </p:spPr>
      </p:pic>
      <p:pic>
        <p:nvPicPr>
          <p:cNvPr id="5" name="Рисунок 4" descr="Frutiger Aero Phone Wallpaper - Eco Aero">
            <a:extLst>
              <a:ext uri="{FF2B5EF4-FFF2-40B4-BE49-F238E27FC236}">
                <a16:creationId xmlns:a16="http://schemas.microsoft.com/office/drawing/2014/main" id="{FF30E957-15EA-A299-8B06-1927DEBDDE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738378"/>
            <a:ext cx="3465576" cy="534238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1D2BA-8C51-E7C5-42D4-8DF45A34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Требования на которые мы опираемся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B0774C-5DC1-B206-DFB2-1BC38576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716180" cy="5120640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>
                <a:solidFill>
                  <a:schemeClr val="tx1"/>
                </a:solidFill>
              </a:rPr>
              <a:t>Наш технологический стек</a:t>
            </a:r>
            <a:r>
              <a:rPr lang="en-US" sz="32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NFR-04: Backend: Python 3.10+, Flask 2.3+; ORM: </a:t>
            </a:r>
            <a:r>
              <a:rPr lang="en-US" dirty="0" err="1">
                <a:solidFill>
                  <a:schemeClr val="tx1"/>
                </a:solidFill>
              </a:rPr>
              <a:t>SQLAlchemy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3200" dirty="0">
                <a:solidFill>
                  <a:schemeClr val="tx1"/>
                </a:solidFill>
              </a:rPr>
              <a:t>Пример наших наиважнейших </a:t>
            </a:r>
            <a:r>
              <a:rPr lang="en-US" sz="3200" dirty="0">
                <a:solidFill>
                  <a:schemeClr val="tx1"/>
                </a:solidFill>
              </a:rPr>
              <a:t>User-stories: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US-02: Как участник с нарушением слуха, я хочу видеть визуальные уведомления о начале мероприятия, чтобы не пропустить важное.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US-16: Как участник с нарушением слуха, я хочу видеть опции доступности (сурдоперевод, субтитры) в карточке мероприятия, чтобы выбрать подходящее.</a:t>
            </a:r>
          </a:p>
        </p:txBody>
      </p:sp>
    </p:spTree>
    <p:extLst>
      <p:ext uri="{BB962C8B-B14F-4D97-AF65-F5344CB8AC3E}">
        <p14:creationId xmlns:p14="http://schemas.microsoft.com/office/powerpoint/2010/main" val="297280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7FB7C-68D6-B56C-6E1C-8355387C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и </a:t>
            </a:r>
            <a:r>
              <a:rPr lang="en-US" dirty="0"/>
              <a:t>BD</a:t>
            </a:r>
            <a:endParaRPr lang="ru-RU" dirty="0"/>
          </a:p>
        </p:txBody>
      </p:sp>
      <p:pic>
        <p:nvPicPr>
          <p:cNvPr id="6" name="Объект 5" descr="er_diagram.png">
            <a:extLst>
              <a:ext uri="{FF2B5EF4-FFF2-40B4-BE49-F238E27FC236}">
                <a16:creationId xmlns:a16="http://schemas.microsoft.com/office/drawing/2014/main" id="{06418505-73E5-3A43-C713-3A82D912C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2665" y="877824"/>
            <a:ext cx="8003881" cy="526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4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DA8D0-E84D-676A-9ED2-205509E04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47288" cy="4601183"/>
          </a:xfrm>
        </p:spPr>
        <p:txBody>
          <a:bodyPr/>
          <a:lstStyle/>
          <a:p>
            <a:pPr algn="ctr"/>
            <a:r>
              <a:rPr lang="ru-RU" dirty="0"/>
              <a:t>Демонстрация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3F4858-280B-7316-DC93-46FD73309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624" y="617807"/>
            <a:ext cx="7315200" cy="1860344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Наша платформа </a:t>
            </a:r>
            <a:r>
              <a:rPr lang="en-US" dirty="0" err="1">
                <a:solidFill>
                  <a:schemeClr val="tx1"/>
                </a:solidFill>
              </a:rPr>
              <a:t>AccessEvent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прекрасно работает и великолепно показывает себя в </a:t>
            </a:r>
            <a:r>
              <a:rPr lang="ru-RU" dirty="0" err="1">
                <a:solidFill>
                  <a:schemeClr val="tx1"/>
                </a:solidFill>
              </a:rPr>
              <a:t>выполенение</a:t>
            </a:r>
            <a:r>
              <a:rPr lang="ru-RU" dirty="0">
                <a:solidFill>
                  <a:schemeClr val="tx1"/>
                </a:solidFill>
              </a:rPr>
              <a:t> своих замечательных функций, мы, эксперты в </a:t>
            </a:r>
            <a:r>
              <a:rPr lang="ru-RU" dirty="0" err="1">
                <a:solidFill>
                  <a:schemeClr val="tx1"/>
                </a:solidFill>
              </a:rPr>
              <a:t>обалсти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энклюзивности</a:t>
            </a:r>
            <a:r>
              <a:rPr lang="ru-RU" dirty="0">
                <a:solidFill>
                  <a:schemeClr val="tx1"/>
                </a:solidFill>
              </a:rPr>
              <a:t>, прогрессивности и доступности считаем что всё работает и выглядит великолепно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6EB4C0C-E432-6AF2-7CB9-5DF95627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214" y="2501265"/>
            <a:ext cx="2049385" cy="276081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0FB37A5-6829-74F2-3AAB-367F9292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2465024"/>
            <a:ext cx="2816295" cy="276081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6808FFF-6FC8-EC9D-0AD7-12A47676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19" y="2501265"/>
            <a:ext cx="2826870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frutiger aero (remix) - ICEHATE | Deezer">
            <a:extLst>
              <a:ext uri="{FF2B5EF4-FFF2-40B4-BE49-F238E27FC236}">
                <a16:creationId xmlns:a16="http://schemas.microsoft.com/office/drawing/2014/main" id="{2546D926-BBB5-2489-DEDB-5D89D35335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768096"/>
            <a:ext cx="3447288" cy="53218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3E55A3-9573-AADC-28B3-25077818C3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869268" y="768096"/>
            <a:ext cx="7315200" cy="3347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A8B1E6-9FE2-E593-6C34-6722728D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C17C0C-DF37-5F6B-D695-CE3A83C20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452628"/>
            <a:ext cx="7315200" cy="5120640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Благодаря современным технологиям и передовым методам программирования нам удалось добиться того что все </a:t>
            </a:r>
            <a:r>
              <a:rPr lang="en-US" sz="2400" dirty="0">
                <a:solidFill>
                  <a:schemeClr val="tx1"/>
                </a:solidFill>
              </a:rPr>
              <a:t>workflow </a:t>
            </a:r>
            <a:r>
              <a:rPr lang="ru-RU" sz="2400" dirty="0">
                <a:solidFill>
                  <a:schemeClr val="tx1"/>
                </a:solidFill>
              </a:rPr>
              <a:t>красные, а половина программных тестов была провалена. НО это ни на что не влияет ведь проект прекрасно работает и никаких багов не было обнаружено, считайте что все тесты зелёные, красивые и с галочками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A3F89F-A0C1-BDEA-EEF1-3D80501C6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68" y="4246817"/>
            <a:ext cx="7315200" cy="18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1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Frutiger Aero &quot; Art Print for Sale by grayceapr | Redbubble">
            <a:extLst>
              <a:ext uri="{FF2B5EF4-FFF2-40B4-BE49-F238E27FC236}">
                <a16:creationId xmlns:a16="http://schemas.microsoft.com/office/drawing/2014/main" id="{84934DB7-4A0E-430C-F611-18B6B995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756666"/>
            <a:ext cx="3465577" cy="534238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9E0BD-910B-4AF5-8D89-46B9E2F9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solidFill>
                  <a:schemeClr val="bg1"/>
                </a:solidFill>
              </a:rPr>
              <a:t>Оценка и развитие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132B4D-DBA3-749E-EC51-56A52C53A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996814"/>
              </p:ext>
            </p:extLst>
          </p:nvPr>
        </p:nvGraphicFramePr>
        <p:xfrm>
          <a:off x="3465577" y="448056"/>
          <a:ext cx="8375904" cy="5933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1968">
                  <a:extLst>
                    <a:ext uri="{9D8B030D-6E8A-4147-A177-3AD203B41FA5}">
                      <a16:colId xmlns:a16="http://schemas.microsoft.com/office/drawing/2014/main" val="3294795601"/>
                    </a:ext>
                  </a:extLst>
                </a:gridCol>
                <a:gridCol w="2791968">
                  <a:extLst>
                    <a:ext uri="{9D8B030D-6E8A-4147-A177-3AD203B41FA5}">
                      <a16:colId xmlns:a16="http://schemas.microsoft.com/office/drawing/2014/main" val="3043961131"/>
                    </a:ext>
                  </a:extLst>
                </a:gridCol>
                <a:gridCol w="2791968">
                  <a:extLst>
                    <a:ext uri="{9D8B030D-6E8A-4147-A177-3AD203B41FA5}">
                      <a16:colId xmlns:a16="http://schemas.microsoft.com/office/drawing/2014/main" val="2465335069"/>
                    </a:ext>
                  </a:extLst>
                </a:gridCol>
              </a:tblGrid>
              <a:tr h="5691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3200"/>
                    </a:p>
                  </a:txBody>
                  <a:tcPr marL="58865" marR="58865" marT="29433" marB="294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200" dirty="0"/>
                        <a:t>Полезное</a:t>
                      </a:r>
                    </a:p>
                  </a:txBody>
                  <a:tcPr marL="58865" marR="58865" marT="29433" marB="294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200" dirty="0"/>
                        <a:t>Вредное</a:t>
                      </a:r>
                    </a:p>
                  </a:txBody>
                  <a:tcPr marL="58865" marR="58865" marT="29433" marB="29433" anchor="ctr"/>
                </a:tc>
                <a:extLst>
                  <a:ext uri="{0D108BD9-81ED-4DB2-BD59-A6C34878D82A}">
                    <a16:rowId xmlns:a16="http://schemas.microsoft.com/office/drawing/2014/main" val="3653870310"/>
                  </a:ext>
                </a:extLst>
              </a:tr>
              <a:tr h="2779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 dirty="0"/>
                        <a:t>Внутреннее</a:t>
                      </a:r>
                    </a:p>
                  </a:txBody>
                  <a:tcPr marL="58865" marR="58865" marT="29433" marB="294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Сильные стороны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• Чёткая ниша: доступность для людей с нарушениями слуха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• Социальная ценность проекта</a:t>
                      </a:r>
                    </a:p>
                  </a:txBody>
                  <a:tcPr marL="58865" marR="58865" marT="29433" marB="294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Слабые стороны</a:t>
                      </a:r>
                      <a:br>
                        <a:rPr lang="ru-RU" sz="2400" dirty="0"/>
                      </a:br>
                      <a:r>
                        <a:rPr lang="ru-RU" sz="2400" dirty="0"/>
                        <a:t>• Узкая аудитория</a:t>
                      </a:r>
                      <a:br>
                        <a:rPr lang="ru-RU" sz="2400" dirty="0"/>
                      </a:br>
                      <a:r>
                        <a:rPr lang="ru-RU" sz="2400" dirty="0"/>
                        <a:t>• Ограниченные ресурсы команды</a:t>
                      </a:r>
                    </a:p>
                  </a:txBody>
                  <a:tcPr marL="58865" marR="58865" marT="29433" marB="29433" anchor="ctr"/>
                </a:tc>
                <a:extLst>
                  <a:ext uri="{0D108BD9-81ED-4DB2-BD59-A6C34878D82A}">
                    <a16:rowId xmlns:a16="http://schemas.microsoft.com/office/drawing/2014/main" val="3346887109"/>
                  </a:ext>
                </a:extLst>
              </a:tr>
              <a:tr h="258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 dirty="0"/>
                        <a:t>Внешнее</a:t>
                      </a:r>
                    </a:p>
                  </a:txBody>
                  <a:tcPr marL="58865" marR="58865" marT="29433" marB="294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/>
                        <a:t>• Партнёрства с НКО, вузами, обществами глухих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• Гранты и социальные конкурсы</a:t>
                      </a:r>
                      <a:br>
                        <a:rPr lang="ru-RU" sz="1200" dirty="0"/>
                      </a:br>
                      <a:endParaRPr lang="ru-RU" sz="1200" dirty="0"/>
                    </a:p>
                  </a:txBody>
                  <a:tcPr marL="58865" marR="58865" marT="29433" marB="294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/>
                        <a:t>Угрозы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• Крупные конкуренты (Zoom, </a:t>
                      </a:r>
                      <a:r>
                        <a:rPr lang="ru-RU" sz="2000" dirty="0" err="1"/>
                        <a:t>Teams</a:t>
                      </a:r>
                      <a:r>
                        <a:rPr lang="ru-RU" sz="2000" dirty="0"/>
                        <a:t>, </a:t>
                      </a:r>
                      <a:r>
                        <a:rPr lang="ru-RU" sz="2000" dirty="0" err="1"/>
                        <a:t>Eventbrite</a:t>
                      </a:r>
                      <a:r>
                        <a:rPr lang="ru-RU" sz="2000" dirty="0"/>
                        <a:t>)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• Сложность монетизации</a:t>
                      </a:r>
                    </a:p>
                  </a:txBody>
                  <a:tcPr marL="58865" marR="58865" marT="29433" marB="29433" anchor="ctr"/>
                </a:tc>
                <a:extLst>
                  <a:ext uri="{0D108BD9-81ED-4DB2-BD59-A6C34878D82A}">
                    <a16:rowId xmlns:a16="http://schemas.microsoft.com/office/drawing/2014/main" val="249822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83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Frutiger aero HD обои скачать бесплатно | Wallpaperbetter">
            <a:extLst>
              <a:ext uri="{FF2B5EF4-FFF2-40B4-BE49-F238E27FC236}">
                <a16:creationId xmlns:a16="http://schemas.microsoft.com/office/drawing/2014/main" id="{6BFD973F-C3F7-B434-AAF5-189484678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768096"/>
            <a:ext cx="3438144" cy="531266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F98E39-F3EF-94EB-1313-9523BF431E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590545" y="768096"/>
            <a:ext cx="7593924" cy="53126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53225-593A-62D8-D882-0899FE66C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008" y="1123837"/>
            <a:ext cx="3502152" cy="4601183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5791F8-C44B-DE46-0534-34B608944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Я создал платформу инклюзивных, прогрессивных, очень дружелюбных и полезных мероприятий направленных на ограниченные социальные группы людей с нарушением слуха</a:t>
            </a:r>
            <a:br>
              <a:rPr lang="ru-RU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В ходе выполнения проекта я научился делать рабочие решения на базе </a:t>
            </a:r>
            <a:r>
              <a:rPr lang="en-US" sz="2400" dirty="0">
                <a:solidFill>
                  <a:schemeClr val="tx1"/>
                </a:solidFill>
              </a:rPr>
              <a:t>html c </a:t>
            </a:r>
            <a:r>
              <a:rPr lang="ru-RU" sz="2400" dirty="0">
                <a:solidFill>
                  <a:schemeClr val="tx1"/>
                </a:solidFill>
              </a:rPr>
              <a:t>использованием таких программ как </a:t>
            </a:r>
            <a:r>
              <a:rPr lang="en-US" sz="2400" dirty="0">
                <a:solidFill>
                  <a:schemeClr val="tx1"/>
                </a:solidFill>
              </a:rPr>
              <a:t>postman, </a:t>
            </a:r>
            <a:r>
              <a:rPr lang="en-US" sz="2400" dirty="0" err="1">
                <a:solidFill>
                  <a:schemeClr val="tx1"/>
                </a:solidFill>
              </a:rPr>
              <a:t>PGadmin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и многих других необходимых для налаживания инфраструктуры серверной части и программирования 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ССЫЛКА НА РЕПОЗИТОРИИ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https://github.com/MoyCotNeLox/accessevent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https://github.com/MoyCotNeLox/access-event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25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8858842-6157-ECC7-A67A-1119E8EE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8680"/>
            <a:ext cx="3447288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>
                <a:solidFill>
                  <a:schemeClr val="bg1"/>
                </a:solidFill>
              </a:rPr>
              <a:t>СПАСИБО ЗА ВНИМАНИЕ</a:t>
            </a:r>
          </a:p>
        </p:txBody>
      </p:sp>
      <p:pic>
        <p:nvPicPr>
          <p:cNvPr id="4" name="Рисунок 3" descr="чат джбт чат гпт Meme - Чат джбт Чат гпт Работай - Discover &amp; Share GIFs">
            <a:extLst>
              <a:ext uri="{FF2B5EF4-FFF2-40B4-BE49-F238E27FC236}">
                <a16:creationId xmlns:a16="http://schemas.microsoft.com/office/drawing/2014/main" id="{00335B56-5187-2934-48AC-2D49F952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235" y="1085850"/>
            <a:ext cx="47434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90745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Рамка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62</TotalTime>
  <Words>363</Words>
  <Application>Microsoft Office PowerPoint</Application>
  <PresentationFormat>Широкоэкранный</PresentationFormat>
  <Paragraphs>29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 Rounded MT Bold</vt:lpstr>
      <vt:lpstr>Corbel</vt:lpstr>
      <vt:lpstr>Wingdings 2</vt:lpstr>
      <vt:lpstr>Рамка</vt:lpstr>
      <vt:lpstr>AccessEvent </vt:lpstr>
      <vt:lpstr>Платформа с визуальными уведомлениями и текстовым чатом</vt:lpstr>
      <vt:lpstr>Требования на которые мы опираемся</vt:lpstr>
      <vt:lpstr>Архитектура и BD</vt:lpstr>
      <vt:lpstr>Демонстрация</vt:lpstr>
      <vt:lpstr>Тестирование</vt:lpstr>
      <vt:lpstr>Оценка и развитие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Student_1</dc:creator>
  <cp:lastModifiedBy>Student_1</cp:lastModifiedBy>
  <cp:revision>1</cp:revision>
  <dcterms:created xsi:type="dcterms:W3CDTF">2026-10-16T06:13:43Z</dcterms:created>
  <dcterms:modified xsi:type="dcterms:W3CDTF">2026-10-16T07:16:31Z</dcterms:modified>
</cp:coreProperties>
</file>